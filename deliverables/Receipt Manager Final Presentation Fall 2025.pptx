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skmcdUveaIEIl0Qlmnz/WD+VN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701025" y="4415775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68625" y="697225"/>
            <a:ext cx="4673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701025" y="4415775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68625" y="697225"/>
            <a:ext cx="4673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701025" y="4415775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68625" y="697225"/>
            <a:ext cx="4673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701025" y="4415775"/>
            <a:ext cx="5608300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68625" y="697225"/>
            <a:ext cx="467382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6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30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30" y="2174876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2" y="273051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2" y="1435105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 rot="10800000">
            <a:off x="0" y="6858000"/>
            <a:ext cx="9144000" cy="46038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71438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>
            <p:ph idx="1" type="body"/>
          </p:nvPr>
        </p:nvSpPr>
        <p:spPr>
          <a:xfrm>
            <a:off x="457200" y="1374025"/>
            <a:ext cx="8229600" cy="43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Receipt Managers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000"/>
              <a:buFont typeface="Times New Roman"/>
              <a:buChar char="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Nate Bagchee - Product Owner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Merrick Fort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Bronsen Lasala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Michael Tong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>
            <p:ph type="title"/>
          </p:nvPr>
        </p:nvSpPr>
        <p:spPr>
          <a:xfrm>
            <a:off x="1537500" y="111925"/>
            <a:ext cx="6069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Receipt Manager </a:t>
            </a:r>
            <a:b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12/2/25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24848" l="19840" r="20270" t="15529"/>
          <a:stretch/>
        </p:blipFill>
        <p:spPr>
          <a:xfrm>
            <a:off x="568450" y="479975"/>
            <a:ext cx="1705025" cy="169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>
            <p:ph type="title"/>
          </p:nvPr>
        </p:nvSpPr>
        <p:spPr>
          <a:xfrm>
            <a:off x="0" y="0"/>
            <a:ext cx="82296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Application Domain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457200" y="815400"/>
            <a:ext cx="8229600" cy="54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Motivation: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This project offered an opportunity to work with a variety of interesting technologies which was exciting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campus organization and voiced their interests in spend management/receipt tracking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Users: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Frequent shoppers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Anyone trying to budget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roblem Addressed: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Itemization of shopping items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Transactions are true to the actual price of all the items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123825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>
            <p:ph type="title"/>
          </p:nvPr>
        </p:nvSpPr>
        <p:spPr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Goals</a:t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457200" y="1143000"/>
            <a:ext cx="8229600" cy="3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marR="250074" rtl="0" algn="l">
              <a:lnSpc>
                <a:spcPct val="92072"/>
              </a:lnSpc>
              <a:spcBef>
                <a:spcPts val="1207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Set Out to Achieve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250074" rtl="0" algn="l">
              <a:lnSpc>
                <a:spcPct val="92072"/>
              </a:lnSpc>
              <a:spcBef>
                <a:spcPts val="1207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 app built for iOS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250074" rtl="0" algn="l">
              <a:lnSpc>
                <a:spcPct val="92072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Utilizes the iPhone Camera to take photos of receipts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250074" rtl="0" algn="l">
              <a:lnSpc>
                <a:spcPct val="92072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Scan on-device or process on server depending on performance.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250074" rtl="0" algn="l">
              <a:lnSpc>
                <a:spcPct val="92072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Store receipts in a database connected to the user profiles to track purchases over time.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250074" rtl="0" algn="l">
              <a:lnSpc>
                <a:spcPct val="92072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Use the database to display purchasing statistics per user for informed budgeting decisions.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250074" rtl="0" algn="l">
              <a:lnSpc>
                <a:spcPct val="92072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Company profiles for employee/employer distinction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50074" rtl="0" algn="l">
              <a:lnSpc>
                <a:spcPct val="920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Have Achieved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250074" rtl="0" algn="l">
              <a:lnSpc>
                <a:spcPct val="92072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All goals and stories except for company profiles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250074" rtl="0" algn="l">
              <a:lnSpc>
                <a:spcPct val="92072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Restricts our current user base to individuals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>
            <p:ph type="title"/>
          </p:nvPr>
        </p:nvSpPr>
        <p:spPr>
          <a:xfrm>
            <a:off x="609600" y="1671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Biggest Challenges</a:t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457200" y="141750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➢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For the Final Product: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Being strict with acceptance criteria.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Not getting over ambitious with new features.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Adjusting design decisions based on remaining time in sprints when requirements evolved.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➢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For Development: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Organization &amp; Planning with teammates.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Resolving merge conflicts while maintaining functionality.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Consistently classifying items for all receipt types.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○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Working within Xcode and the underlying dependency management.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>
            <p:ph type="title"/>
          </p:nvPr>
        </p:nvSpPr>
        <p:spPr>
          <a:xfrm>
            <a:off x="628475" y="135650"/>
            <a:ext cx="5814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System Screenshots</a:t>
            </a:r>
            <a:endParaRPr sz="3300"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457200" y="141750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700"/>
          </a:p>
        </p:txBody>
      </p:sp>
      <p:sp>
        <p:nvSpPr>
          <p:cNvPr id="121" name="Google Shape;121;p5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5" title="IMG_639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725" y="1834400"/>
            <a:ext cx="1691401" cy="3661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" title="IMG_6398.PNG"/>
          <p:cNvPicPr preferRelativeResize="0"/>
          <p:nvPr/>
        </p:nvPicPr>
        <p:blipFill rotWithShape="1">
          <a:blip r:embed="rId5">
            <a:alphaModFix/>
          </a:blip>
          <a:srcRect b="-2240" l="0" r="0" t="2240"/>
          <a:stretch/>
        </p:blipFill>
        <p:spPr>
          <a:xfrm>
            <a:off x="4424550" y="1834400"/>
            <a:ext cx="1727625" cy="374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 title="IMG_640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6775" y="1834425"/>
            <a:ext cx="1691401" cy="3661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 title="IMG_640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30925" y="1834425"/>
            <a:ext cx="1817926" cy="366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>
            <p:ph type="title"/>
          </p:nvPr>
        </p:nvSpPr>
        <p:spPr>
          <a:xfrm>
            <a:off x="74325" y="123050"/>
            <a:ext cx="733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System Diagram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0" y="6486600"/>
            <a:ext cx="9144000" cy="3714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6" title="CSE115A Receipt Manager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850" y="1432575"/>
            <a:ext cx="6511299" cy="468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>
            <p:ph type="title"/>
          </p:nvPr>
        </p:nvSpPr>
        <p:spPr>
          <a:xfrm>
            <a:off x="231750" y="173425"/>
            <a:ext cx="65136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Technologies </a:t>
            </a:r>
            <a:endParaRPr sz="3600"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 rot="126">
            <a:off x="457700" y="1232475"/>
            <a:ext cx="8217000" cy="4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Camera</a:t>
            </a:r>
            <a:endParaRPr b="1" sz="15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Implemented using AVFoundation (Swift)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Provides real-time camera preview, multi-shot capture, and control over exposure/focus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OCR Scanner</a:t>
            </a:r>
            <a:endParaRPr b="1" sz="15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Apple Vision (VNRecognizeTextRequest) was used in its construction, creates tokens and raw text blocks from captured images.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ML Framework</a:t>
            </a:r>
            <a:endParaRPr b="1" sz="15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A dataset was built (using real OCR outputs) and trained a Multinomial Logistic Regression Classifier for items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The rest (store name, totals, payment method, and tax) were parsed and extracted through regex rules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/>
              <a:t>Module for Statistics</a:t>
            </a:r>
            <a:endParaRPr sz="15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Aggregates user-level insights such as spending trends, per-store totals, and item-level summaries.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Filterable statistics by date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Folders for Receipts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Swift data models are used for local management within the application.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-US" sz="1500"/>
              <a:t>Synced remotely through Firebase APIs for consistency across sessions.</a:t>
            </a:r>
            <a:endParaRPr sz="1500"/>
          </a:p>
          <a:p>
            <a:pPr indent="0" lvl="0" marL="457200" rtl="0" algn="l">
              <a:lnSpc>
                <a:spcPct val="9131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 txBox="1"/>
          <p:nvPr>
            <p:ph type="title"/>
          </p:nvPr>
        </p:nvSpPr>
        <p:spPr>
          <a:xfrm>
            <a:off x="457200" y="-46025"/>
            <a:ext cx="627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700">
                <a:latin typeface="Times New Roman"/>
                <a:ea typeface="Times New Roman"/>
                <a:cs typeface="Times New Roman"/>
                <a:sym typeface="Times New Roman"/>
              </a:rPr>
              <a:t>Project Management </a:t>
            </a:r>
            <a:r>
              <a:rPr lang="en-US" sz="3700">
                <a:latin typeface="Times New Roman"/>
                <a:ea typeface="Times New Roman"/>
                <a:cs typeface="Times New Roman"/>
                <a:sym typeface="Times New Roman"/>
              </a:rPr>
              <a:t>Techniques</a:t>
            </a:r>
            <a:endParaRPr sz="3700"/>
          </a:p>
        </p:txBody>
      </p:sp>
      <p:sp>
        <p:nvSpPr>
          <p:cNvPr id="148" name="Google Shape;148;p9"/>
          <p:cNvSpPr txBox="1"/>
          <p:nvPr>
            <p:ph idx="1" type="body"/>
          </p:nvPr>
        </p:nvSpPr>
        <p:spPr>
          <a:xfrm>
            <a:off x="387924" y="971554"/>
            <a:ext cx="8229600" cy="4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Additions to Scrum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Times New Roman"/>
              <a:buChar char="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Communicating when we pushed changes and had merge conflicts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Times New Roman"/>
              <a:buChar char="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Personal Check-ins with people that you working on a similar feature with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Deviations to Scrum: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SzPts val="2400"/>
              <a:buFont typeface="Times New Roman"/>
              <a:buChar char="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Adding new features mid-sprint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SzPts val="2400"/>
              <a:buFont typeface="Times New Roman"/>
              <a:buChar char="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Removing stories we did not have time for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SzPts val="2400"/>
              <a:buFont typeface="Times New Roman"/>
              <a:buChar char="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Standups went longer than 15 minutes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700"/>
          </a:p>
        </p:txBody>
      </p:sp>
      <p:sp>
        <p:nvSpPr>
          <p:cNvPr id="149" name="Google Shape;149;p9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0"/>
          <p:cNvSpPr txBox="1"/>
          <p:nvPr>
            <p:ph type="title"/>
          </p:nvPr>
        </p:nvSpPr>
        <p:spPr>
          <a:xfrm>
            <a:off x="609600" y="103825"/>
            <a:ext cx="6507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Enjoyed/Not enjoyed</a:t>
            </a:r>
            <a:endParaRPr/>
          </a:p>
        </p:txBody>
      </p:sp>
      <p:sp>
        <p:nvSpPr>
          <p:cNvPr id="156" name="Google Shape;156;p10"/>
          <p:cNvSpPr txBox="1"/>
          <p:nvPr>
            <p:ph idx="1" type="body"/>
          </p:nvPr>
        </p:nvSpPr>
        <p:spPr>
          <a:xfrm>
            <a:off x="356450" y="1276763"/>
            <a:ext cx="8229600" cy="4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Enjoyed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Developing a product with others over a longer period(We don’t do this in any classes)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Learning new technologies and frameworks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Constantly working on different tasks and changing responsibilities.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–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Felt ownership of the whole system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Getting to experience a recreation of the Scrum process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Didn’t Enjoy: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Sharing a code base with multiple people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Hard to manage scrum with changing class loads and dependencies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Always working from a user perspective rather than a developer one.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</p:txBody>
      </p:sp>
      <p:sp>
        <p:nvSpPr>
          <p:cNvPr id="157" name="Google Shape;157;p10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150" y="76200"/>
            <a:ext cx="22098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1"/>
          <p:cNvSpPr txBox="1"/>
          <p:nvPr>
            <p:ph type="title"/>
          </p:nvPr>
        </p:nvSpPr>
        <p:spPr>
          <a:xfrm>
            <a:off x="457200" y="0"/>
            <a:ext cx="8229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500">
                <a:latin typeface="Times New Roman"/>
                <a:ea typeface="Times New Roman"/>
                <a:cs typeface="Times New Roman"/>
                <a:sym typeface="Times New Roman"/>
              </a:rPr>
              <a:t>Lessons Learned</a:t>
            </a:r>
            <a:endParaRPr sz="3500"/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457200" y="975526"/>
            <a:ext cx="8229600" cy="52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375" spcFirstLastPara="1" rIns="91375" wrap="square" tIns="456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What Worked</a:t>
            </a: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Standups were a good way to 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ensure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 people were on top of work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Using the 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Scrum Board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 worked towards 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managing dependencies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Sprint plans with TAs helped highlight potential blockers and technology challenges way prior to facing them.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What didn’t: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Working with Merrick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Placeholder.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Placeholder.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What we could have done</a:t>
            </a:r>
            <a:r>
              <a:rPr b="1" lang="en-US" sz="17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Delved more into Smart contracts and authentication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Cut down on our product backlog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More clearly define acceptance criteria to ensure no work was wasted/unnecessary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700"/>
          </a:p>
        </p:txBody>
      </p:sp>
      <p:sp>
        <p:nvSpPr>
          <p:cNvPr id="165" name="Google Shape;165;p11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gradFill>
            <a:gsLst>
              <a:gs pos="0">
                <a:srgbClr val="1F447F"/>
              </a:gs>
              <a:gs pos="50000">
                <a:srgbClr val="BFCFEC"/>
              </a:gs>
              <a:gs pos="100000">
                <a:srgbClr val="E0E8F4"/>
              </a:gs>
            </a:gsLst>
            <a:lin ang="0" scaled="0"/>
          </a:gradFill>
          <a:ln>
            <a:noFill/>
          </a:ln>
        </p:spPr>
        <p:txBody>
          <a:bodyPr anchorCtr="0" anchor="ctr" bIns="45675" lIns="91375" spcFirstLastPara="1" rIns="91375" wrap="square" tIns="4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2008-09-30T23:31:36Z</dcterms:created>
  <dc:creator>drecept</dc:creator>
</cp:coreProperties>
</file>